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098"/>
    <p:restoredTop sz="94618"/>
  </p:normalViewPr>
  <p:slideViewPr>
    <p:cSldViewPr snapToGrid="0">
      <p:cViewPr varScale="1">
        <p:scale>
          <a:sx n="206" d="100"/>
          <a:sy n="206" d="100"/>
        </p:scale>
        <p:origin x="52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7337C-0D66-9B4C-8197-915D4EF2540F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95CFD-DE84-214F-A164-33A037F5F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883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7337C-0D66-9B4C-8197-915D4EF2540F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95CFD-DE84-214F-A164-33A037F5F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09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7337C-0D66-9B4C-8197-915D4EF2540F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95CFD-DE84-214F-A164-33A037F5F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737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7337C-0D66-9B4C-8197-915D4EF2540F}" type="datetimeFigureOut">
              <a:rPr lang="en-US" smtClean="0"/>
              <a:t>7/20/26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95CFD-DE84-214F-A164-33A037F5F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944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7337C-0D66-9B4C-8197-915D4EF2540F}" type="datetimeFigureOut">
              <a:rPr lang="en-US" smtClean="0"/>
              <a:t>7/20/26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95CFD-DE84-214F-A164-33A037F5F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898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7337C-0D66-9B4C-8197-915D4EF2540F}" type="datetimeFigureOut">
              <a:rPr lang="en-US" smtClean="0"/>
              <a:t>7/20/26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95CFD-DE84-214F-A164-33A037F5F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190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7337C-0D66-9B4C-8197-915D4EF2540F}" type="datetimeFigureOut">
              <a:rPr lang="en-US" smtClean="0"/>
              <a:t>7/20/26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95CFD-DE84-214F-A164-33A037F5F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007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7337C-0D66-9B4C-8197-915D4EF2540F}" type="datetimeFigureOut">
              <a:rPr lang="en-US" smtClean="0"/>
              <a:t>7/20/26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95CFD-DE84-214F-A164-33A037F5F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811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7337C-0D66-9B4C-8197-915D4EF2540F}" type="datetimeFigureOut">
              <a:rPr lang="en-US" smtClean="0"/>
              <a:t>7/20/26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95CFD-DE84-214F-A164-33A037F5F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13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7337C-0D66-9B4C-8197-915D4EF2540F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95CFD-DE84-214F-A164-33A037F5F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938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7337C-0D66-9B4C-8197-915D4EF2540F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95CFD-DE84-214F-A164-33A037F5F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136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A7337C-0D66-9B4C-8197-915D4EF2540F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995CFD-DE84-214F-A164-33A037F5F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367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9A3B41E8-5299-C398-CB96-ED15A77D75D9}"/>
              </a:ext>
            </a:extLst>
          </p:cNvPr>
          <p:cNvSpPr>
            <a:spLocks noChangeAspect="1"/>
          </p:cNvSpPr>
          <p:nvPr/>
        </p:nvSpPr>
        <p:spPr>
          <a:xfrm>
            <a:off x="512748" y="480078"/>
            <a:ext cx="2760291" cy="2760291"/>
          </a:xfrm>
          <a:prstGeom prst="ellipse">
            <a:avLst/>
          </a:prstGeom>
          <a:solidFill>
            <a:schemeClr val="accent1">
              <a:alpha val="3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147ADBF-BFA4-14E3-6603-8CF74C841DF3}"/>
              </a:ext>
            </a:extLst>
          </p:cNvPr>
          <p:cNvSpPr>
            <a:spLocks noChangeAspect="1"/>
          </p:cNvSpPr>
          <p:nvPr/>
        </p:nvSpPr>
        <p:spPr>
          <a:xfrm>
            <a:off x="4844911" y="114656"/>
            <a:ext cx="2924607" cy="2924607"/>
          </a:xfrm>
          <a:prstGeom prst="ellipse">
            <a:avLst/>
          </a:prstGeom>
          <a:solidFill>
            <a:schemeClr val="accent6">
              <a:lumMod val="50000"/>
              <a:alpha val="31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6F5ACB9-39DA-0418-FFC4-13356EBCDBC3}"/>
              </a:ext>
            </a:extLst>
          </p:cNvPr>
          <p:cNvSpPr>
            <a:spLocks noChangeAspect="1"/>
          </p:cNvSpPr>
          <p:nvPr/>
        </p:nvSpPr>
        <p:spPr>
          <a:xfrm>
            <a:off x="1851348" y="3503344"/>
            <a:ext cx="3240000" cy="3240000"/>
          </a:xfrm>
          <a:prstGeom prst="ellipse">
            <a:avLst/>
          </a:prstGeom>
          <a:solidFill>
            <a:schemeClr val="accent2">
              <a:lumMod val="50000"/>
              <a:alpha val="31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C853718-D2EE-CE63-8E63-1B5964780E04}"/>
              </a:ext>
            </a:extLst>
          </p:cNvPr>
          <p:cNvSpPr/>
          <p:nvPr/>
        </p:nvSpPr>
        <p:spPr>
          <a:xfrm>
            <a:off x="1851348" y="1521000"/>
            <a:ext cx="288000" cy="288000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F40E5E5-456B-BC8C-E466-414F9B04DC2B}"/>
              </a:ext>
            </a:extLst>
          </p:cNvPr>
          <p:cNvSpPr/>
          <p:nvPr/>
        </p:nvSpPr>
        <p:spPr>
          <a:xfrm>
            <a:off x="1217535" y="1049557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CA3944C-18E5-071E-DB54-8B24E52386C7}"/>
              </a:ext>
            </a:extLst>
          </p:cNvPr>
          <p:cNvSpPr/>
          <p:nvPr/>
        </p:nvSpPr>
        <p:spPr>
          <a:xfrm>
            <a:off x="1138066" y="1809000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8CF18C1-0999-F444-4B29-81D5DA0F0C15}"/>
              </a:ext>
            </a:extLst>
          </p:cNvPr>
          <p:cNvSpPr/>
          <p:nvPr/>
        </p:nvSpPr>
        <p:spPr>
          <a:xfrm>
            <a:off x="1898546" y="2193721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DFDE6A7-B898-5C7A-2326-55E3BA1550F1}"/>
              </a:ext>
            </a:extLst>
          </p:cNvPr>
          <p:cNvSpPr/>
          <p:nvPr/>
        </p:nvSpPr>
        <p:spPr>
          <a:xfrm>
            <a:off x="2767744" y="2049721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4C1549F-5C92-B838-0DEE-F574967895C9}"/>
              </a:ext>
            </a:extLst>
          </p:cNvPr>
          <p:cNvSpPr/>
          <p:nvPr/>
        </p:nvSpPr>
        <p:spPr>
          <a:xfrm>
            <a:off x="604509" y="1393245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1E75809-1B40-6907-A5D8-2ABA6D969855}"/>
              </a:ext>
            </a:extLst>
          </p:cNvPr>
          <p:cNvSpPr/>
          <p:nvPr/>
        </p:nvSpPr>
        <p:spPr>
          <a:xfrm>
            <a:off x="2013915" y="656591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28C2FF3-93DA-8AC4-1B52-E78DEA6F441D}"/>
              </a:ext>
            </a:extLst>
          </p:cNvPr>
          <p:cNvSpPr/>
          <p:nvPr/>
        </p:nvSpPr>
        <p:spPr>
          <a:xfrm>
            <a:off x="1138066" y="2542368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9655785-DC59-7E84-B0EE-CDD983606727}"/>
              </a:ext>
            </a:extLst>
          </p:cNvPr>
          <p:cNvSpPr/>
          <p:nvPr/>
        </p:nvSpPr>
        <p:spPr>
          <a:xfrm>
            <a:off x="2659402" y="1193557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7C24996-CDA5-1F9D-099A-66C978B8F0AE}"/>
              </a:ext>
            </a:extLst>
          </p:cNvPr>
          <p:cNvSpPr/>
          <p:nvPr/>
        </p:nvSpPr>
        <p:spPr>
          <a:xfrm>
            <a:off x="2301915" y="2671573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8C6E211-BFD6-E62F-97E6-05B87C208584}"/>
              </a:ext>
            </a:extLst>
          </p:cNvPr>
          <p:cNvGrpSpPr/>
          <p:nvPr/>
        </p:nvGrpSpPr>
        <p:grpSpPr>
          <a:xfrm rot="2769568">
            <a:off x="5081596" y="369509"/>
            <a:ext cx="2451235" cy="2302982"/>
            <a:chOff x="4991754" y="347507"/>
            <a:chExt cx="2451235" cy="2302982"/>
          </a:xfrm>
          <a:solidFill>
            <a:schemeClr val="accent6">
              <a:lumMod val="50000"/>
            </a:schemeClr>
          </a:solidFill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3B473BB-2A91-E5D9-CED5-EB771AB6E64D}"/>
                </a:ext>
              </a:extLst>
            </p:cNvPr>
            <p:cNvSpPr/>
            <p:nvPr/>
          </p:nvSpPr>
          <p:spPr>
            <a:xfrm>
              <a:off x="6238593" y="1211916"/>
              <a:ext cx="288000" cy="2880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70327B97-1C4A-8CB9-3D94-7E0CFFD42C9E}"/>
                </a:ext>
              </a:extLst>
            </p:cNvPr>
            <p:cNvSpPr/>
            <p:nvPr/>
          </p:nvSpPr>
          <p:spPr>
            <a:xfrm>
              <a:off x="5604780" y="740473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E14C2889-0D07-E529-03D6-8F696FFBC4A3}"/>
                </a:ext>
              </a:extLst>
            </p:cNvPr>
            <p:cNvSpPr/>
            <p:nvPr/>
          </p:nvSpPr>
          <p:spPr>
            <a:xfrm>
              <a:off x="5525311" y="1499916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C2E97855-CC00-9147-2D10-EA45971C90A7}"/>
                </a:ext>
              </a:extLst>
            </p:cNvPr>
            <p:cNvSpPr/>
            <p:nvPr/>
          </p:nvSpPr>
          <p:spPr>
            <a:xfrm>
              <a:off x="6285791" y="1884637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FCAFACB0-D9A5-5350-B50D-96E83D43A88C}"/>
                </a:ext>
              </a:extLst>
            </p:cNvPr>
            <p:cNvSpPr/>
            <p:nvPr/>
          </p:nvSpPr>
          <p:spPr>
            <a:xfrm>
              <a:off x="7154989" y="1740637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05E7E7D-30E9-98AD-B7B0-D0C1A13349FD}"/>
                </a:ext>
              </a:extLst>
            </p:cNvPr>
            <p:cNvSpPr/>
            <p:nvPr/>
          </p:nvSpPr>
          <p:spPr>
            <a:xfrm>
              <a:off x="4991754" y="1084161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A5D7CD02-749C-6BF5-2D1F-591A1848507A}"/>
                </a:ext>
              </a:extLst>
            </p:cNvPr>
            <p:cNvSpPr/>
            <p:nvPr/>
          </p:nvSpPr>
          <p:spPr>
            <a:xfrm>
              <a:off x="6401160" y="347507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114F6FF4-4F80-6252-44A0-B46D1F77F8C2}"/>
                </a:ext>
              </a:extLst>
            </p:cNvPr>
            <p:cNvSpPr/>
            <p:nvPr/>
          </p:nvSpPr>
          <p:spPr>
            <a:xfrm>
              <a:off x="5525311" y="2233284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25B9E00-BD5E-03EF-559D-DFA9FD4669AF}"/>
                </a:ext>
              </a:extLst>
            </p:cNvPr>
            <p:cNvSpPr/>
            <p:nvPr/>
          </p:nvSpPr>
          <p:spPr>
            <a:xfrm>
              <a:off x="7046647" y="884473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B3645CB5-6E57-4887-922C-9F1A72D923AB}"/>
                </a:ext>
              </a:extLst>
            </p:cNvPr>
            <p:cNvSpPr/>
            <p:nvPr/>
          </p:nvSpPr>
          <p:spPr>
            <a:xfrm>
              <a:off x="6689160" y="2362489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Oval 27">
            <a:extLst>
              <a:ext uri="{FF2B5EF4-FFF2-40B4-BE49-F238E27FC236}">
                <a16:creationId xmlns:a16="http://schemas.microsoft.com/office/drawing/2014/main" id="{9ECED90F-1288-168B-E473-7E21A9D252DF}"/>
              </a:ext>
            </a:extLst>
          </p:cNvPr>
          <p:cNvSpPr/>
          <p:nvPr/>
        </p:nvSpPr>
        <p:spPr>
          <a:xfrm rot="2769568">
            <a:off x="6575189" y="1905722"/>
            <a:ext cx="288000" cy="288000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5C0899A-52E1-7943-9BA1-BC6E809BAD07}"/>
              </a:ext>
            </a:extLst>
          </p:cNvPr>
          <p:cNvSpPr/>
          <p:nvPr/>
        </p:nvSpPr>
        <p:spPr>
          <a:xfrm rot="2769568">
            <a:off x="5382042" y="2128851"/>
            <a:ext cx="288000" cy="288000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E614E15-A520-137F-DA94-70C5550F65D6}"/>
              </a:ext>
            </a:extLst>
          </p:cNvPr>
          <p:cNvSpPr/>
          <p:nvPr/>
        </p:nvSpPr>
        <p:spPr>
          <a:xfrm rot="2769568">
            <a:off x="6763367" y="425646"/>
            <a:ext cx="288000" cy="288000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BCC76FA-4245-B67F-1041-45C26044F326}"/>
              </a:ext>
            </a:extLst>
          </p:cNvPr>
          <p:cNvGrpSpPr/>
          <p:nvPr/>
        </p:nvGrpSpPr>
        <p:grpSpPr>
          <a:xfrm rot="2769568">
            <a:off x="1979007" y="3815859"/>
            <a:ext cx="2451235" cy="2302982"/>
            <a:chOff x="4991754" y="347507"/>
            <a:chExt cx="2451235" cy="2302982"/>
          </a:xfrm>
          <a:solidFill>
            <a:schemeClr val="accent2">
              <a:lumMod val="50000"/>
            </a:schemeClr>
          </a:solidFill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B2BA8D5F-99A9-E180-4BAE-464DC10E9B2A}"/>
                </a:ext>
              </a:extLst>
            </p:cNvPr>
            <p:cNvSpPr/>
            <p:nvPr/>
          </p:nvSpPr>
          <p:spPr>
            <a:xfrm>
              <a:off x="6238593" y="1211916"/>
              <a:ext cx="288000" cy="288000"/>
            </a:xfrm>
            <a:prstGeom prst="ellipse">
              <a:avLst/>
            </a:prstGeom>
            <a:grp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5206BFFD-E2B6-6E24-F08B-2C95F570D9E5}"/>
                </a:ext>
              </a:extLst>
            </p:cNvPr>
            <p:cNvSpPr/>
            <p:nvPr/>
          </p:nvSpPr>
          <p:spPr>
            <a:xfrm>
              <a:off x="5604780" y="740473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DA1A9306-44F8-CE5F-2D3B-5A60A9BBEB61}"/>
                </a:ext>
              </a:extLst>
            </p:cNvPr>
            <p:cNvSpPr/>
            <p:nvPr/>
          </p:nvSpPr>
          <p:spPr>
            <a:xfrm>
              <a:off x="5525311" y="1499916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62490CC3-5DC5-470D-9675-389683AC9DB5}"/>
                </a:ext>
              </a:extLst>
            </p:cNvPr>
            <p:cNvSpPr/>
            <p:nvPr/>
          </p:nvSpPr>
          <p:spPr>
            <a:xfrm>
              <a:off x="6285791" y="1884637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C78D6B1B-86C5-D2BD-735A-160DB941AB2C}"/>
                </a:ext>
              </a:extLst>
            </p:cNvPr>
            <p:cNvSpPr/>
            <p:nvPr/>
          </p:nvSpPr>
          <p:spPr>
            <a:xfrm>
              <a:off x="7154989" y="1740637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8A6B2F2E-FEA6-A230-EFA3-0828C0939F70}"/>
                </a:ext>
              </a:extLst>
            </p:cNvPr>
            <p:cNvSpPr/>
            <p:nvPr/>
          </p:nvSpPr>
          <p:spPr>
            <a:xfrm>
              <a:off x="4991754" y="1084161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0EB51675-9808-3E5D-3CF7-A4919EED80E8}"/>
                </a:ext>
              </a:extLst>
            </p:cNvPr>
            <p:cNvSpPr/>
            <p:nvPr/>
          </p:nvSpPr>
          <p:spPr>
            <a:xfrm>
              <a:off x="6401160" y="347507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02356403-8590-5CBD-BA4A-E7C1EA6E54AA}"/>
                </a:ext>
              </a:extLst>
            </p:cNvPr>
            <p:cNvSpPr/>
            <p:nvPr/>
          </p:nvSpPr>
          <p:spPr>
            <a:xfrm>
              <a:off x="5525311" y="2233284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AF2DC63C-309E-1308-9F20-AD4B4CDFDFC4}"/>
                </a:ext>
              </a:extLst>
            </p:cNvPr>
            <p:cNvSpPr/>
            <p:nvPr/>
          </p:nvSpPr>
          <p:spPr>
            <a:xfrm>
              <a:off x="7111441" y="1002394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16FFE0AC-C43B-553F-C56D-A0C6E0803A0D}"/>
                </a:ext>
              </a:extLst>
            </p:cNvPr>
            <p:cNvSpPr/>
            <p:nvPr/>
          </p:nvSpPr>
          <p:spPr>
            <a:xfrm>
              <a:off x="6689160" y="2362489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2" name="Oval 41">
            <a:extLst>
              <a:ext uri="{FF2B5EF4-FFF2-40B4-BE49-F238E27FC236}">
                <a16:creationId xmlns:a16="http://schemas.microsoft.com/office/drawing/2014/main" id="{35337AFA-3A97-D460-99F1-1E7AE005E1B9}"/>
              </a:ext>
            </a:extLst>
          </p:cNvPr>
          <p:cNvSpPr/>
          <p:nvPr/>
        </p:nvSpPr>
        <p:spPr>
          <a:xfrm rot="2769568">
            <a:off x="3531661" y="5307495"/>
            <a:ext cx="288000" cy="2880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440AA12-A529-CA67-87C8-A0F0F04DFD38}"/>
              </a:ext>
            </a:extLst>
          </p:cNvPr>
          <p:cNvSpPr/>
          <p:nvPr/>
        </p:nvSpPr>
        <p:spPr>
          <a:xfrm rot="2769568">
            <a:off x="3735266" y="3770376"/>
            <a:ext cx="288000" cy="2880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DC0AA72-F9B9-E4D7-E6E1-7C377148E236}"/>
              </a:ext>
            </a:extLst>
          </p:cNvPr>
          <p:cNvSpPr/>
          <p:nvPr/>
        </p:nvSpPr>
        <p:spPr>
          <a:xfrm rot="2769568">
            <a:off x="4577695" y="4732034"/>
            <a:ext cx="288000" cy="2880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59A0D3A-91B8-8432-2D7C-08FAC4CF91D8}"/>
              </a:ext>
            </a:extLst>
          </p:cNvPr>
          <p:cNvSpPr/>
          <p:nvPr/>
        </p:nvSpPr>
        <p:spPr>
          <a:xfrm rot="2769568">
            <a:off x="4370519" y="5750628"/>
            <a:ext cx="288000" cy="2880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1AA67D84-0AE8-3122-72F4-B7917065DDFB}"/>
              </a:ext>
            </a:extLst>
          </p:cNvPr>
          <p:cNvSpPr/>
          <p:nvPr/>
        </p:nvSpPr>
        <p:spPr>
          <a:xfrm rot="2769568">
            <a:off x="3278266" y="6327483"/>
            <a:ext cx="288000" cy="2880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1467DD4-7730-51DF-4F38-864A7F4A0764}"/>
              </a:ext>
            </a:extLst>
          </p:cNvPr>
          <p:cNvSpPr txBox="1"/>
          <p:nvPr/>
        </p:nvSpPr>
        <p:spPr>
          <a:xfrm>
            <a:off x="5317681" y="5543721"/>
            <a:ext cx="32102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/>
              <a:t>Cluster representative</a:t>
            </a:r>
          </a:p>
        </p:txBody>
      </p:sp>
      <p:cxnSp>
        <p:nvCxnSpPr>
          <p:cNvPr id="52" name="Curved Connector 51">
            <a:extLst>
              <a:ext uri="{FF2B5EF4-FFF2-40B4-BE49-F238E27FC236}">
                <a16:creationId xmlns:a16="http://schemas.microsoft.com/office/drawing/2014/main" id="{2AA6837C-10BA-BCD4-4038-04DDF0022D57}"/>
              </a:ext>
            </a:extLst>
          </p:cNvPr>
          <p:cNvCxnSpPr>
            <a:cxnSpLocks/>
            <a:stCxn id="48" idx="1"/>
          </p:cNvCxnSpPr>
          <p:nvPr/>
        </p:nvCxnSpPr>
        <p:spPr>
          <a:xfrm rot="10800000">
            <a:off x="3625873" y="4916964"/>
            <a:ext cx="1691809" cy="857590"/>
          </a:xfrm>
          <a:prstGeom prst="curvedConnector3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81323D3B-C3B4-4311-017E-278ECAAD190B}"/>
              </a:ext>
            </a:extLst>
          </p:cNvPr>
          <p:cNvSpPr txBox="1"/>
          <p:nvPr/>
        </p:nvSpPr>
        <p:spPr>
          <a:xfrm>
            <a:off x="5235801" y="3362198"/>
            <a:ext cx="376220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/>
              <a:t>Cluster</a:t>
            </a:r>
            <a:r>
              <a:rPr lang="en-US" sz="2400" dirty="0"/>
              <a:t> – contains proteins that are more than 90% identical to each other and within 90% of the length of the longest member</a:t>
            </a:r>
          </a:p>
        </p:txBody>
      </p:sp>
      <p:sp>
        <p:nvSpPr>
          <p:cNvPr id="66" name="Freeform 65">
            <a:extLst>
              <a:ext uri="{FF2B5EF4-FFF2-40B4-BE49-F238E27FC236}">
                <a16:creationId xmlns:a16="http://schemas.microsoft.com/office/drawing/2014/main" id="{F431DB5C-A4A7-032E-25E3-68A084542F3E}"/>
              </a:ext>
            </a:extLst>
          </p:cNvPr>
          <p:cNvSpPr/>
          <p:nvPr/>
        </p:nvSpPr>
        <p:spPr>
          <a:xfrm>
            <a:off x="4170405" y="3157116"/>
            <a:ext cx="1118287" cy="465398"/>
          </a:xfrm>
          <a:custGeom>
            <a:avLst/>
            <a:gdLst>
              <a:gd name="csX0" fmla="*/ 1118287 w 1118287"/>
              <a:gd name="csY0" fmla="*/ 420165 h 465398"/>
              <a:gd name="csX1" fmla="*/ 852617 w 1118287"/>
              <a:gd name="csY1" fmla="*/ 426343 h 465398"/>
              <a:gd name="csX2" fmla="*/ 586946 w 1118287"/>
              <a:gd name="csY2" fmla="*/ 35 h 465398"/>
              <a:gd name="csX3" fmla="*/ 0 w 1118287"/>
              <a:gd name="csY3" fmla="*/ 451057 h 4653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118287" h="465398">
                <a:moveTo>
                  <a:pt x="1118287" y="420165"/>
                </a:moveTo>
                <a:cubicBezTo>
                  <a:pt x="1029730" y="458265"/>
                  <a:pt x="941174" y="496365"/>
                  <a:pt x="852617" y="426343"/>
                </a:cubicBezTo>
                <a:cubicBezTo>
                  <a:pt x="764060" y="356321"/>
                  <a:pt x="729049" y="-4084"/>
                  <a:pt x="586946" y="35"/>
                </a:cubicBezTo>
                <a:cubicBezTo>
                  <a:pt x="444843" y="4154"/>
                  <a:pt x="222421" y="227605"/>
                  <a:pt x="0" y="451057"/>
                </a:cubicBezTo>
              </a:path>
            </a:pathLst>
          </a:custGeom>
          <a:noFill/>
          <a:ln w="381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9681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</TotalTime>
  <Words>27</Words>
  <Application>Microsoft Macintosh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Kupczok, Anne</dc:creator>
  <cp:lastModifiedBy>Kupczok, Anne</cp:lastModifiedBy>
  <cp:revision>1</cp:revision>
  <dcterms:created xsi:type="dcterms:W3CDTF">2026-07-20T07:31:59Z</dcterms:created>
  <dcterms:modified xsi:type="dcterms:W3CDTF">2026-07-20T07:46:50Z</dcterms:modified>
</cp:coreProperties>
</file>